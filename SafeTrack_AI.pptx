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SafeTrack.ai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AI-Powered Predictive Reproductive Health Platform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Late detection of fertility &amp; maternal risks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Preventable pregnancy complications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Lack of early sperm health screening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Reactive healthcare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Rising infertility rates globally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Growth of digital health adoption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Increasing demand for preventive healthcare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Untapped reproductive AI market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Our Solution – SafeTrack.ai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AI-powered fertility tracking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Sperm health analysis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Pregnancy risk prediction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Maternal-fetal monitoring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Early alert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User inputs health &amp; lifestyle data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AI analyzes patterns &amp; biomarkers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Risk prediction model generates score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Personalized recommendations delivered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Early warning alerts if needed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Smart fertility window prediction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Image-based sperm analysis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Miscarriage risk estimation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Pre-pregnancy optimization plan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Hackathon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Prototype web/app interface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Basic ML risk prediction model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Sample dataset simulation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Dashboard with risk score &amp; alerts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Couples planning pregnancy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Women aged 20–40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Fertility clinics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Rural healthcare programs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Freemium app model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Premium subscription plans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Clinic partnerships (B2B)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Health analytics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Predictive AI (not just tracking)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Male + female fertility focus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Early intervention alerts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Scalable digital infrastructure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Reduce preventable pregnancy loss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Enable early medical intervention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Improve maternal health outcomes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Accessible preventive healthcare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Phase 1: MVP development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Phase 2: Clinical validation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Phase 3: AI model refinement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Phase 4: Hospital partnerships &amp; 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D47A1"/>
                </a:solidFill>
              </a:defRPr>
            </a:pPr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63238"/>
                </a:solidFill>
              </a:defRPr>
            </a:pPr>
            <a:r>
              <a:t>Shift healthcare from reactive to predictive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Make safe pregnancies accessible worldwide</a:t>
            </a:r>
          </a:p>
          <a:p>
            <a:pPr lvl="1">
              <a:defRPr sz="2000">
                <a:solidFill>
                  <a:srgbClr val="263238"/>
                </a:solidFill>
              </a:defRPr>
            </a:pPr>
            <a:r>
              <a:t>Build scalable AI-driven reproductive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